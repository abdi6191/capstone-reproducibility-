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92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project demonstrates that hospitals can reduce biomedical device cyber risk using targeted authentication and monitoring controls—without interfering with patient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Security is deprioritized for biomedical devices due to workflow and vendor constraints. This risk gap is persistent and operational, not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sources converge: when patching fails, authentication and monitoring are the safest, least disruptive levers. Full citations appear in the report and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Reproduce this: run `python src/run.py`. The script generates observable outputs used directly for measurement and standards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Quote PR.PS-02 and the ZTA tenet verbatim here with page numbers. These anchors justify the design choice to shift risk reduction from patch timing to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risks are bounded and documented. See ETHICS.md, DMP.md, and docs/cscrm_note.md for controls, retention, and supplier-risk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Assessment reference: 171A A.03.01.01.e. Evidence is the generated metric file produced by the reproducible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demonstrates measurable movement from Current to Target for PR.PS-02. The outcome text is quoted verbatim with the official CSF page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Reducing Biomedical Device Risk Without Disrupting Clinical Workflow Is Feasible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Authentication- and monitoring-focused controls aligned to NIST CSF 2.0</a:t>
            </a:r>
          </a:p>
          <a:p>
            <a:r>
              <a:rPr dirty="0"/>
              <a:t>Abdalla Ismail · CYBR-698 · Dec 2025 · github.com/Abdi6191/capstone-reproducibility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Biomedical devices remain a high-risk blind spot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Vendor-controlled patching leaves devices exposed for extended periods</a:t>
            </a:r>
          </a:p>
          <a:p>
            <a:pPr lvl="1"/>
            <a:r>
              <a:t>Shared credentials and weak authentication persist in clinical environments</a:t>
            </a:r>
          </a:p>
          <a:p>
            <a:pPr lvl="1"/>
            <a:r>
              <a:t>Patient safety risk rises when security controls are avoided to protect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 research supports compensating controls over patching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FDA (2025): Patching delays are systemic for connected medical devices</a:t>
            </a:r>
          </a:p>
          <a:p>
            <a:pPr lvl="1"/>
            <a:r>
              <a:t>HSCC (2024): Compensating controls required when OEM timelines dominate</a:t>
            </a:r>
          </a:p>
          <a:p>
            <a:pPr lvl="1"/>
            <a:r>
              <a:t>Cobrado et al. (2024): Context-aware authentication improves usability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is evaluated through reproducible execution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 Synthetic device logs → Reproducible script → Metric output → Control alignment</a:t>
            </a:r>
          </a:p>
          <a:p>
            <a:pPr lvl="1"/>
            <a:r>
              <a:t>Measures: Account-Monitored Execution Rate</a:t>
            </a:r>
          </a:p>
          <a:p>
            <a:pPr lvl="1"/>
            <a:r>
              <a:t>Measures: Artifact presence and authentication enforcement consistency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is anchored to CSF and Zero Trust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CSF PR.PS-02 (Appendix A, p.24): “Software is maintained, replaced, and removed commensurate with risk.”</a:t>
            </a:r>
          </a:p>
          <a:p>
            <a:pPr lvl="1"/>
            <a:r>
              <a:t>How satisfied: Compensating authentication and monitoring controls mitigate delayed patching risk</a:t>
            </a:r>
          </a:p>
          <a:p>
            <a:pPr lvl="1"/>
            <a:r>
              <a:t>Zero Trust Tenet (SP 800-207, p.14): “All data sources and computing services are considered resources.”</a:t>
            </a:r>
          </a:p>
          <a:p>
            <a:pPr lvl="1"/>
            <a:r>
              <a:t>How satisfied: Biomedical devices are treated as managed, monitored resources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safeguards limit harm and misuse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Ethics: Fully synthetic logs; no PHI, no real device identifiers</a:t>
            </a:r>
          </a:p>
          <a:p>
            <a:pPr lvl="1"/>
            <a:r>
              <a:t>Data handling: Encrypted storage, limited retention, version-controlled repo</a:t>
            </a:r>
          </a:p>
          <a:p>
            <a:pPr lvl="1"/>
            <a:r>
              <a:t>Supplier risk: Vendor patch dependency mitigated via monitoring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reduction is measurable and traceable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metrics: Account-Monitored Execution Rate; Artifact Presence Rate; Auth Enforcement Coverage</a:t>
            </a:r>
          </a:p>
          <a:p>
            <a:pPr lvl="1"/>
            <a:r>
              <a:t>Traceability: Risk → 800-171r3 03.01.01 → Metric → docs/metric.txt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work moves CSF outcomes from ad-hoc to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Outcome: PR.PS-02</a:t>
            </a:r>
          </a:p>
          <a:p>
            <a:pPr lvl="1"/>
            <a:r>
              <a:t>Current: Inconsistent patching; limited monitoring of biomedical device execution</a:t>
            </a:r>
          </a:p>
          <a:p>
            <a:pPr lvl="1"/>
            <a:r>
              <a:t>Target: Defined compensating controls with reproducible, auditable evidence</a:t>
            </a:r>
          </a:p>
          <a:p>
            <a:pPr lvl="1"/>
            <a:r>
              <a:t>CSF text (Appendix A, p.24): “Software is maintained, replaced, and removed commensurate with risk.”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</Words>
  <Application>Microsoft Office PowerPoint</Application>
  <PresentationFormat>On-screen Show (4:3)</PresentationFormat>
  <Paragraphs>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Reducing Biomedical Device Risk Without Disrupting Clinical Workflow Is Feasible</vt:lpstr>
      <vt:lpstr>Biomedical devices remain a high-risk blind spot</vt:lpstr>
      <vt:lpstr>Prior research supports compensating controls over patching</vt:lpstr>
      <vt:lpstr>Risk is evaluated through reproducible execution artifacts</vt:lpstr>
      <vt:lpstr>Design is anchored to CSF and Zero Trust principles</vt:lpstr>
      <vt:lpstr>Operational safeguards limit harm and misuse</vt:lpstr>
      <vt:lpstr>Risk reduction is measurable and traceable</vt:lpstr>
      <vt:lpstr>This work moves CSF outcomes from ad-hoc to defined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Ismail, Abdalla</cp:lastModifiedBy>
  <cp:revision>2</cp:revision>
  <dcterms:created xsi:type="dcterms:W3CDTF">2013-01-27T09:14:16Z</dcterms:created>
  <dcterms:modified xsi:type="dcterms:W3CDTF">2025-12-14T20:09:16Z</dcterms:modified>
  <cp:category/>
</cp:coreProperties>
</file>